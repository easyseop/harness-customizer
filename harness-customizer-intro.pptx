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-914400"/>
            <a:ext cx="6400800" cy="8229600"/>
          </a:xfrm>
          <a:prstGeom prst="rect">
            <a:avLst/>
          </a:prstGeom>
          <a:solidFill>
            <a:srgbClr val="0A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12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291840" cy="292608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503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Claude Code · ai-harness-template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harness-customizer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A9EFF"/>
                </a:solidFill>
              </a:rPr>
              <a:t>하네스 템플릿 커스터마이징 보조 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8C9E8"/>
                </a:solidFill>
              </a:rPr>
              <a:t>자연어 요구사항 한 줄이면
어느 파일을, 어떻게, 왜 바꿔야 하는지 알려드립니다.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8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9EFF"/>
                </a:solidFill>
              </a:rPr>
              <a:t>github.com/easyseop/harness-customizer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왜 이 봇이 필요한가?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C9E8"/>
                </a:solidFill>
              </a:rPr>
              <a:t>하네스 템플릿은 강력하지만, 커스터마이징에는 세 가지 장벽이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566160" cy="320040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A9EFF"/>
                </a:solidFill>
              </a:rPr>
              <a:t>어디를 고쳐야 할지 모른다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9E8"/>
                </a:solidFill>
              </a:rPr>
              <a:t>agents/ commands/ gates/ boundaries/…
14개 영역, 수십 개의 파일 중 어디를 건드려야 하는지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566160" cy="320040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A9EFF"/>
                </a:solidFill>
              </a:rPr>
              <a:t>고쳤을 때 효과를 알 수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37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9E8"/>
                </a:solidFill>
              </a:rPr>
              <a:t>수정 후 실제로 AI 행동이 바뀌는지,
의도한 대로 작동하는지 확인할 방법이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3566160" cy="320040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A9EFF"/>
                </a:solidFill>
              </a:rPr>
              <a:t>무엇이 base와 다른지 모른다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37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9E8"/>
                </a:solidFill>
              </a:rPr>
              <a:t>변경이 쌓일수록 원본 템플릿과 무엇이 달라졌는지
파악하기 점점 어려워짐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11155680" cy="640080"/>
          </a:xfrm>
          <a:prstGeom prst="rect">
            <a:avLst/>
          </a:prstGeom>
          <a:solidFill>
            <a:srgbClr val="0A2A1A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8A"/>
                </a:solidFill>
              </a:rPr>
              <a:t>✅  harness-customizer가 세 가지를 모두 해결합니다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먼저 — 하네스 템플릿이란?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303520" cy="466344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</a:rPr>
              <a:t>ai-harness-template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├─ agents/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AI 에이전트 페르소나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├─ commands/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671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슬래시 커맨드 워크플로우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426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├─ gates/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426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자동 탐지·차단 스크립트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1810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├─ boundaries/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181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훅·권한 프리셋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93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├─ methodologies/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93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개발 방법론 모음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├─ ouroboros/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Seed 명세 템플릿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44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├─ CLAUDE.md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44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전역 AI 행동 지침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97280"/>
            <a:ext cx="5486400" cy="2011680"/>
          </a:xfrm>
          <a:prstGeom prst="rect">
            <a:avLst/>
          </a:prstGeom>
          <a:solidFill>
            <a:srgbClr val="0A22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188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💡 한 줄 정의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6916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Claude Code로 개발할 때
AI가 어떻게 생각하고,
어떤 순서로 일하고,
무엇을 차단할지를
정의하는 "규칙 묶음"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291840"/>
            <a:ext cx="5486400" cy="2468880"/>
          </a:xfrm>
          <a:prstGeom prst="rect">
            <a:avLst/>
          </a:prstGeom>
          <a:solidFill>
            <a:srgbClr val="1A2A0A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8A"/>
                </a:solidFill>
              </a:rPr>
              <a:t>🏦 은행 내부망 배포 시나리오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862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9E8"/>
                </a:solidFill>
              </a:rPr>
              <a:t>외부망에서 이 템플릿으로 개발
     ↓
반입 시 행내 정책에 맞게
템플릿을 커스터마이징
     ↓
개발자는 커스텀 규칙 하에 코딩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커스터마이징 봇 — 개념 한 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645920" cy="1280160"/>
          </a:xfrm>
          <a:prstGeom prst="rect">
            <a:avLst/>
          </a:prstGeom>
          <a:solidFill>
            <a:srgbClr val="12223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9EFF"/>
                </a:solidFill>
              </a:rPr>
              <a:t>개발자
요구사항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C9E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645920"/>
            <a:ext cx="1645920" cy="1280160"/>
          </a:xfrm>
          <a:prstGeom prst="rect">
            <a:avLst/>
          </a:prstGeom>
          <a:solidFill>
            <a:srgbClr val="1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78308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42"/>
                </a:solidFill>
              </a:rPr>
              <a:t>대상 파일
자동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C9E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645920"/>
            <a:ext cx="1645920" cy="1280160"/>
          </a:xfrm>
          <a:prstGeom prst="rect">
            <a:avLst/>
          </a:prstGeom>
          <a:solidFill>
            <a:srgbClr val="1222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78308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</a:rPr>
              <a:t>수정 내용
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9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C9E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199" y="1645920"/>
            <a:ext cx="1645920" cy="1280160"/>
          </a:xfrm>
          <a:prstGeom prst="rect">
            <a:avLst/>
          </a:prstGeom>
          <a:solidFill>
            <a:srgbClr val="12223A"/>
          </a:solidFill>
          <a:ln w="1905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9" y="178308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66B"/>
                </a:solidFill>
              </a:rPr>
              <a:t>Before/After
시뮬레이션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C9E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645920"/>
            <a:ext cx="1645920" cy="1280160"/>
          </a:xfrm>
          <a:prstGeom prst="rect">
            <a:avLst/>
          </a:prstGeom>
          <a:solidFill>
            <a:srgbClr val="12223A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78308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8A"/>
                </a:solidFill>
              </a:rPr>
              <a:t>효과 판정
Pass/Fail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1031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8C9E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645920"/>
            <a:ext cx="1645920" cy="1280160"/>
          </a:xfrm>
          <a:prstGeom prst="rect">
            <a:avLst/>
          </a:prstGeom>
          <a:solidFill>
            <a:srgbClr val="12223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178308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D6D"/>
                </a:solidFill>
              </a:rPr>
              <a:t>승인 후
실제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핵심 특징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49039"/>
            <a:ext cx="5486400" cy="100584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🎯  승인 전까지 파일 수정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시뮬레이션은 LLM 예측 — 실제 파일은 yes 할 때만 바뀜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749039"/>
            <a:ext cx="5486400" cy="100584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📚  HARNESS-MAP.md 기반 탐색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전체 스캔 없이 요구사항 → 파일을 즉시 좁혀서 찾음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37759"/>
            <a:ext cx="5486400" cy="100584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291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📝  변경 이력 자동 누적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406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customization-log.md에 날짜·이유·영역 코드 자동 기록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937759"/>
            <a:ext cx="5486400" cy="100584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0291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</a:rPr>
              <a:t>🧠  도메인 지식 주입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4406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사내 시스템 정보를 domain-knowledge/에 넣으면 정밀도 향상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4개 에이전트 — 역할 분담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51760" cy="502920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51760" cy="6400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🧭 navigator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</a:rPr>
              <a:t>요구사항 분석 · 파일 탐색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도메인 키워드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domain-knowledge/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369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HARNESS-MAP.md 기반으로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124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수정 대상 파일 식별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623560"/>
            <a:ext cx="2377440" cy="32004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50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EFF"/>
                </a:solidFill>
              </a:rPr>
              <a:t>tools: Read, Grep, Glob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097280"/>
            <a:ext cx="2651760" cy="5029200"/>
          </a:xfrm>
          <a:prstGeom prst="rect">
            <a:avLst/>
          </a:prstGeom>
          <a:solidFill>
            <a:srgbClr val="2A3A5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097280"/>
            <a:ext cx="2651760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143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✏️ customizer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수정 제안 · 승인 · 로그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파일 Read 후 수정 내용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7614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승인/수정/취소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2369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파일 실제 수정 (yes 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7124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customization-log.md 기록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5623560"/>
            <a:ext cx="2377440" cy="32004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5650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EFF"/>
                </a:solidFill>
              </a:rPr>
              <a:t>tools: Read, Write, Edit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097280"/>
            <a:ext cx="2651760" cy="5029200"/>
          </a:xfrm>
          <a:prstGeom prst="rect">
            <a:avLst/>
          </a:prstGeom>
          <a:solidFill>
            <a:srgbClr val="2A3A5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097280"/>
            <a:ext cx="2651760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143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🔮 simulator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Before/After 시뮬레이션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파일 타입별 시뮬레이션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7614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(agent md / command md 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369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 gate sh / yaml)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7124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파일 미수정 — 예측만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5623560"/>
            <a:ext cx="2377440" cy="32004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650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EFF"/>
                </a:solidFill>
              </a:rPr>
              <a:t>tools: Read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1097280"/>
            <a:ext cx="2651760" cy="5029200"/>
          </a:xfrm>
          <a:prstGeom prst="rect">
            <a:avLst/>
          </a:prstGeom>
          <a:solidFill>
            <a:srgbClr val="2A3A5A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1097280"/>
            <a:ext cx="2651760" cy="64008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143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⚖️ judge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효과 판정 · 충분성 평가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286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Before/After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7614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Pass / Fail 판정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2369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도메인 지식 부족 감지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7124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• KNOWLEDGE-GAPS.md 기록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5623560"/>
            <a:ext cx="2377440" cy="320040"/>
          </a:xfrm>
          <a:prstGeom prst="rect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5650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EFF"/>
                </a:solidFill>
              </a:rPr>
              <a:t>tools: Read, 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/customize 워크플로우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566160" cy="233172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5029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Step 0~1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F172A"/>
                </a:solidFill>
              </a:rPr>
              <a:t>navigator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도메인 키워드 감지
→ domain-knowledge/ 확인
HARNESS-MAP.md 참조
→ 파일 경로 + 영역 코드 출력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097280"/>
            <a:ext cx="3566160" cy="2331720"/>
          </a:xfrm>
          <a:prstGeom prst="rect">
            <a:avLst/>
          </a:prstGeom>
          <a:solidFill>
            <a:srgbClr val="2A3A5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566160" cy="5029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170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F172A"/>
                </a:solidFill>
              </a:rPr>
              <a:t>customizer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대상 파일 Read
현재 스타일 분석
삽입 위치·내용·이유 제안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566160" cy="2331720"/>
          </a:xfrm>
          <a:prstGeom prst="rect">
            <a:avLst/>
          </a:prstGeom>
          <a:solidFill>
            <a:srgbClr val="2A3A5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56616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170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F172A"/>
                </a:solidFill>
              </a:rPr>
              <a:t>simulator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7373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동일 시나리오로
Before 실행 → After 실행
(파일 수정 없음)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3566160" cy="2331720"/>
          </a:xfrm>
          <a:prstGeom prst="rect">
            <a:avLst/>
          </a:prstGeom>
          <a:solidFill>
            <a:srgbClr val="2A3A5A"/>
          </a:solidFill>
          <a:ln w="1905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3566160" cy="50292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2219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F172A"/>
                </a:solidFill>
              </a:rPr>
              <a:t>judge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요구사항 달성 판정
Pass → Step 5
Fail → Step 2 재시도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749039"/>
            <a:ext cx="3566160" cy="2331720"/>
          </a:xfrm>
          <a:prstGeom prst="rect">
            <a:avLst/>
          </a:prstGeom>
          <a:solidFill>
            <a:srgbClr val="2A3A5A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749039"/>
            <a:ext cx="3566160" cy="50292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82219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F172A"/>
                </a:solidFill>
              </a:rPr>
              <a:t>customizer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3891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yes → 파일 수정
       + 로그 기록
수정요청 → Step 2
취소 → 종료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749039"/>
            <a:ext cx="3566160" cy="2331720"/>
          </a:xfrm>
          <a:prstGeom prst="rect">
            <a:avLst/>
          </a:prstGeom>
          <a:solidFill>
            <a:srgbClr val="2A3A5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749039"/>
            <a:ext cx="3566160" cy="5029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82219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F172A"/>
                </a:solidFill>
              </a:rPr>
              <a:t>judge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3891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충분성 자동 평가
부족 신호 감지 시
KNOWLEDGE-GAPS.md
자동 기록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822960" cy="2926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시나리오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인터뷰어에 특정 질문 추가하기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155680" cy="594360"/>
          </a:xfrm>
          <a:prstGeom prst="rect">
            <a:avLst/>
          </a:prstGeom>
          <a:solidFill>
            <a:srgbClr val="0A1E3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EFF"/>
                </a:solidFill>
              </a:rPr>
              <a:t>💬 개발자 입력: "인터뷰어가 SSL/TLS 사설 CA 인증서 질문을 항상 하도록 하고 싶어"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5394960" cy="4160520"/>
          </a:xfrm>
          <a:prstGeom prst="rect">
            <a:avLst/>
          </a:prstGeom>
          <a:solidFill>
            <a:srgbClr val="2A3A5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개발자: "외부 결제 API 호출 기능 만들려고요"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077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9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인터뷰어: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112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Q1. "정확히 무슨 의미인가요?"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130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Q2. "결제 실패 시 어떤 동작을 원하나요?"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Q3. "이것 없이도 될 수 있나요?"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165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183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→ Ambiguity Score 0.2 이하 → 종료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00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218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6D"/>
                </a:solidFill>
              </a:rPr>
              <a:t>⚠️  SSL/TLS CA 질문: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6D"/>
                </a:solidFill>
              </a:rPr>
              <a:t>⚠️  seed spec에 TLS 정책 누락 가능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057400"/>
            <a:ext cx="5394960" cy="4160520"/>
          </a:xfrm>
          <a:prstGeom prst="rect">
            <a:avLst/>
          </a:prstGeom>
          <a:solidFill>
            <a:srgbClr val="2A3A5A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8A"/>
                </a:solidFill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개발자: "외부 결제 API 호출 기능 만들려고요"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077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09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인터뷰어: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112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Q1. "정확히 무슨 의미인가요?"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130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Q2. "결제 실패 시 어떤 동작을 원하나요?"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14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Q3. "이것 없이도 될 수 있나요?"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165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183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(Mandatory) Q4. "사설 CA 인증서를 신뢰해야 하는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200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          환경인가요? (SSL/TLS)"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218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623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✅  SSL/TLS 확인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9253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8A"/>
                </a:solidFill>
              </a:rPr>
              <a:t>✅  seed spec에 TLS 정책 포함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56616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C9E8"/>
                </a:solidFill>
              </a:rPr>
              <a:t>←  동일 시나리오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822960" cy="2926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시나리오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외부 서비스 → 행내 솔루션 교체 구조 강제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155680" cy="594360"/>
          </a:xfrm>
          <a:prstGeom prst="rect">
            <a:avLst/>
          </a:prstGeom>
          <a:solidFill>
            <a:srgbClr val="1A100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42"/>
                </a:solidFill>
              </a:rPr>
              <a:t>💬 개발자 입력: "메일 시스템은 반드시 행내 솔루션을 사용하도록 강제하고 싶어"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5120640" cy="1920240"/>
          </a:xfrm>
          <a:prstGeom prst="rect">
            <a:avLst/>
          </a:prstGeom>
          <a:solidFill>
            <a:srgbClr val="2A0810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❌  단순히 '행내 솔루션만' 강제하면?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외부망 개발 중엔 행내 솔루션에
접근 자체가 불가능
→ 개발이 막히거나 나중에 코드 전면 재작업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103120"/>
            <a:ext cx="5852160" cy="1920240"/>
          </a:xfrm>
          <a:prstGeom prst="rect">
            <a:avLst/>
          </a:prstGeom>
          <a:solidFill>
            <a:srgbClr val="0A2012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✅  봇이 제안하는 올바른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6517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interface MailSender 로 추상화
  • 외부 개발: MockMailSender
  • 행내 배포: InternalMailSender
환경변수(APP_ENV)로 구현체만 교체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수정 대상 파일 (5개 영역):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11064240" cy="347472"/>
          </a:xfrm>
          <a:prstGeom prst="rect">
            <a:avLst/>
          </a:prstGeom>
          <a:solidFill>
            <a:srgbClr val="101A2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45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CLAUDE.md 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4573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Absolute Rules: 인터페이스 추상화 필수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93208"/>
            <a:ext cx="11064240" cy="347472"/>
          </a:xfrm>
          <a:prstGeom prst="rect">
            <a:avLst/>
          </a:prstGeom>
          <a:solidFill>
            <a:srgbClr val="101A2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29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EFF"/>
                </a:solidFill>
              </a:rPr>
              <a:t>interviewer.md 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2978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외부 서비스 감지 시 행내 교체 여부 필수 질문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77256"/>
            <a:ext cx="11064240" cy="347472"/>
          </a:xfrm>
          <a:prstGeom prst="rect">
            <a:avLst/>
          </a:prstGeom>
          <a:solidFill>
            <a:srgbClr val="101A2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513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42"/>
                </a:solidFill>
              </a:rPr>
              <a:t>seed-architect.md (A)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138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provider_dev / provider_internal 필드 강제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61304"/>
            <a:ext cx="11064240" cy="347472"/>
          </a:xfrm>
          <a:prstGeom prst="rect">
            <a:avLst/>
          </a:prstGeom>
          <a:solidFill>
            <a:srgbClr val="101A2A"/>
          </a:solidFill>
          <a:ln w="1905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6B"/>
                </a:solidFill>
              </a:rPr>
              <a:t>check-security.sh 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897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외부 SDK 도메인 레이어 직접 import → 커밋 차단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45352"/>
            <a:ext cx="11064240" cy="347472"/>
          </a:xfrm>
          <a:prstGeom prst="rect">
            <a:avLst/>
          </a:prstGeom>
          <a:solidFill>
            <a:srgbClr val="101A2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281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boundaries.yaml (D)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2819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sendgrid, boto3 ses 등 라이브러리 선언적 금지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사내 도메인 지식 주입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C9E8"/>
                </a:solidFill>
              </a:rPr>
              <a:t>행내 시스템 정보를 넣으면 시뮬레이션 정밀도가 올라갑니다.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212080" cy="2103120"/>
          </a:xfrm>
          <a:prstGeom prst="rect">
            <a:avLst/>
          </a:prstGeom>
          <a:solidFill>
            <a:srgbClr val="2A3A5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</a:rPr>
              <a:t>도메인 지식 없을 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• "일반적인 SMTP 방식으로…"
• "담당팀에 확인이 필요합니다"
• "보통 이런 방식을 씁니다"
→ 추상적 답변 → 실용성 낮음
→ KNOWLEDGE-GAPS.md 자동 기록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00200"/>
            <a:ext cx="5394960" cy="2103120"/>
          </a:xfrm>
          <a:prstGeom prst="rect">
            <a:avLst/>
          </a:prstGeom>
          <a:solidFill>
            <a:srgbClr val="2A3A5A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8A"/>
                </a:solidFill>
              </a:rPr>
              <a:t>도메인 지식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• "GroupMail API를 사용해서…"
• "GROUPMAIL_TOKEN 환경변수로 인증"
• "첨부파일 최대 10MB 제한 적용"
→ 구체적 코드·설정까지 제안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domain-knowledge/ 폴더에 md 파일 추가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11064240" cy="19202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6B"/>
                </a:solidFill>
              </a:rPr>
              <a:t>📄 mail-solution.md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28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행내 메일 솔루션명 · API 방식 · 인증 방법 · 용량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6B"/>
                </a:solidFill>
              </a:rPr>
              <a:t>📄 sso.md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28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행내 SSO 연동 방식 · 토큰 형식 · 세션 정책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6B"/>
                </a:solidFill>
              </a:rPr>
              <a:t>📄 internal-ca.md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052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사설 CA 인증서 경로 · 신뢰 등록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6B"/>
                </a:solidFill>
              </a:rPr>
              <a:t>📄 storage.md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6052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행내 스토리지 접근 방식 · 경로 규칙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변경 이력 자동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9E8"/>
                </a:solidFill>
              </a:rPr>
              <a:t>수정이 적용될 때마다 customization-log.md에 자동 기록됩니다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6858000" cy="27432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</a:rPr>
              <a:t># customization-log.md 예시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9E8"/>
                </a:solidFill>
              </a:rPr>
              <a:t>| # | 날짜       | 요구사항 요약            | 파일              | 영역 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9E8"/>
                </a:solidFill>
              </a:rPr>
              <a:t>|---|------------|--------------------------|-------------------|------|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9E8"/>
                </a:solidFill>
              </a:rPr>
              <a:t>| 1 | 2026-05-14 | SSL/TLS CA 질문 추가     | interviewer.md    |  A   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9E8"/>
                </a:solidFill>
              </a:rPr>
              <a:t>|   |            | └ 이유: 행내 사설 CA 대응 |                   |     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9E8"/>
                </a:solidFill>
              </a:rPr>
              <a:t>| 2 | 2026-05-14 | 외부 메일 서비스 차단     | check-security.sh |  C   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9E8"/>
                </a:solidFill>
              </a:rPr>
              <a:t>|   |            | └ 이유: 행내 솔루션 정책  |                   |      |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783080"/>
            <a:ext cx="3931920" cy="27432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87451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영역별 누적 변경 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331720"/>
            <a:ext cx="3017520" cy="384048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3957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A agents/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2331720"/>
            <a:ext cx="411480" cy="38404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77272" y="2395727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834639"/>
            <a:ext cx="3017520" cy="384048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89864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C gates/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2834639"/>
            <a:ext cx="411480" cy="38404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77272" y="2898647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337560"/>
            <a:ext cx="3017520" cy="384048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3401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N CLAUDE.md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3337560"/>
            <a:ext cx="411480" cy="38404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77272" y="340156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09160"/>
            <a:ext cx="11064240" cy="178308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구조 변경은 AS-IS → TO-BE 로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57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AS-IS:  harness-customizer (단일 md 파일)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8A"/>
                </a:solidFill>
              </a:rPr>
              <a:t>TO-BE:  navigator → customizer → simulator → judge  (4개 분리)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9E8"/>
                </a:solidFill>
              </a:rPr>
              <a:t>추가 이유: 단일 파일 과부하로 성능 저하 우려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현재 수준과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394960" cy="5029200"/>
          </a:xfrm>
          <a:prstGeom prst="rect">
            <a:avLst/>
          </a:prstGeom>
          <a:solidFill>
            <a:srgbClr val="2A3A5A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8A"/>
                </a:solidFill>
              </a:rPr>
              <a:t>✅  현재 할 수 있는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자연어 요구사항 → 대상 파일 자동 탐색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(14개 영역, HARNESS-MAP.md 기반)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파일 타입별 Before/After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25496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(agent md / command md / gate sh / yaml)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92424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수정 승인 시 실제 파일 Edit/Write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75887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59352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customization-log.md 자동 누적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42816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(날짜 · 요구사항 · 영역 코드 · 이유)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9744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도메인 지식 주입 경로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(domain-knowledge/ + KNOWLEDGE-GAPS.md)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76672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0136"/>
            <a:ext cx="49377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구조 변경 AS-IS → TO-BE 이력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97280"/>
            <a:ext cx="5394960" cy="5029200"/>
          </a:xfrm>
          <a:prstGeom prst="rect">
            <a:avLst/>
          </a:prstGeom>
          <a:solidFill>
            <a:srgbClr val="2A3A5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188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6D"/>
                </a:solidFill>
              </a:rPr>
              <a:t>⚠️  현재 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• 시뮬레이션은 LLM 예측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03911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실제 AI 행동과 100% 일치 보장 없음
게이트 스크립트 실제 실행 불가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• 행내 솔루션 정보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906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domain-knowledge/ 파일을 사람이
직접 작성해야 정밀도 상승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• 도메인 지식 자동 수집 불가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14223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사내 시스템 접근·크롤링 불가
→ 수동 주입만 지원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• 요구사항 1건 = 파일 1~2개 단위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937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대규모 구조 리팩토링은
단계별로 나눠서 진행 필요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1737360" cy="2926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시나리오 3 — 라이브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도메인 지식 주입 경로를 묻는 질문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solidFill>
            <a:srgbClr val="061A1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💬 개발자 입력: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"취약성 검사가 필요하여 관련 정보를 주입하고 싶은데,
 어느 경로에 어떤 내용을 적어야 할까? 솔루션 명까지 적어야 하나?"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3474720" cy="3749039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</a:rPr>
              <a:t>Phase 0 — navigator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키워드: "취약성 검사"
→ 도메인 지식 주입 요청 감지
domain-knowledge/ 확인
→ 관련 파일 없음
⚠️ 도메인 지식 부족
필요 정보:
  • 솔루션명
  • 검사 범위·결과 형식
  • 기존 게이트 연동 여부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331720"/>
            <a:ext cx="7406640" cy="3749039"/>
          </a:xfrm>
          <a:prstGeom prst="rect">
            <a:avLst/>
          </a:prstGeom>
          <a:solidFill>
            <a:srgbClr val="2A3A5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231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봇의 답변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34640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66B"/>
                </a:solidFill>
              </a:rPr>
              <a:t>경로:  domain-knowledge/vulnerability-scanner.md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90672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46704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포함할 내용: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02736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  • 솔루션 명  →  예: Checkmarx, Fortify, SonarQube (적어야 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858768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  • 스캔 범위  →  정적분석(SAST)만? 오픈소스(SCA)도?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114800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  • 결과 등급  →  Critical/High/Medium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70832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  • 반입 차단 기준  →  Critical 1개라도 있으면 차단?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26864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  • 리포트 형식  →  XML / JSON / 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882896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138928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연동할 게이트: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394960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  gates/check-security.sh (영역 C)  ← 기존 파일 수정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650992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>  또는 gates/check-vuln-policy.sh  ← 신규 게이트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907024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9E8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6163056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42"/>
                </a:solidFill>
              </a:rPr>
              <a:t>솔루션명이 없으면: 일반 원칙 수준으로만 제안 가능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6419088"/>
            <a:ext cx="7040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42"/>
                </a:solidFill>
              </a:rPr>
              <a:t>  → KNOWLEDGE-GAPS.md에 '솔루션명' 항목 자동 기록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시작하는 법 — 3단계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1417320"/>
          </a:xfrm>
          <a:prstGeom prst="rect">
            <a:avLst/>
          </a:prstGeom>
          <a:solidFill>
            <a:srgbClr val="2A3A5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640080" cy="14173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984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</a:rPr>
              <a:t>base 템플릿 클론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1783080"/>
            <a:ext cx="9966960" cy="59436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84708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git clone https://github.com/studioKjm/ai-harness-template
        /path/to/your/ai-harness-template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64240" cy="1417320"/>
          </a:xfrm>
          <a:prstGeom prst="rect">
            <a:avLst/>
          </a:prstGeom>
          <a:solidFill>
            <a:srgbClr val="2A3A5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640080" cy="1417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443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42"/>
                </a:solidFill>
              </a:rPr>
              <a:t>harness-customizer 클론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3429000"/>
            <a:ext cx="9966960" cy="59436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49300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git clone https://github.com/easyseop/harness-customizer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11064240" cy="1417320"/>
          </a:xfrm>
          <a:prstGeom prst="rect">
            <a:avLst/>
          </a:prstGeom>
          <a:solidFill>
            <a:srgbClr val="2A3A5A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480560"/>
            <a:ext cx="640080" cy="141732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902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8A"/>
                </a:solidFill>
              </a:rPr>
              <a:t>CLAUDE.md에서 경로 한 줄 수정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5074920"/>
            <a:ext cx="9966960" cy="59436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13892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66B"/>
                </a:solidFill>
              </a:rPr>
              <a:t>| BASE_HARNESS_PATH | /path/to/your/ai-harness-template |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0A2212"/>
          </a:solidFill>
          <a:ln w="1905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0990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8A"/>
                </a:solidFill>
              </a:rPr>
              <a:t>✅  이후 Claude Code에서 프로젝트 열고  /customize  를 입력하면 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5029200" cy="5029200"/>
          </a:xfrm>
          <a:prstGeom prst="ellipse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" cy="5943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자연어 입력 한 줄로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9E8"/>
                </a:solidFill>
              </a:rPr>
              <a:t>어느 파일을 고쳐야 하는지 즉시 탐색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09728" cy="5943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42"/>
                </a:solidFill>
              </a:rPr>
              <a:t>적용 전 시뮬레이션으로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9E8"/>
                </a:solidFill>
              </a:rPr>
              <a:t>Before/After 효과를 미리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109728" cy="59436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8A"/>
                </a:solidFill>
              </a:rPr>
              <a:t>승인 후에만 파일 수정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93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9E8"/>
                </a:solidFill>
              </a:rPr>
              <a:t>실수 없이 안전하게 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109728" cy="594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</a:rPr>
              <a:t>자동 변경 이력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9E8"/>
                </a:solidFill>
              </a:rPr>
              <a:t>base 대비 무엇이 달라졌는지 항상 파악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09728" cy="59436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6B"/>
                </a:solidFill>
              </a:rPr>
              <a:t>도메인 지식 주입으로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132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9E8"/>
                </a:solidFill>
              </a:rPr>
              <a:t>사내 맥락에 맞는 구체적 제안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9EFF"/>
                </a:solidFill>
              </a:rPr>
              <a:t>github.com/easyseop/harness-customizer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